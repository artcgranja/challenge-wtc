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960C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-1828800"/>
            <a:ext cx="4937760" cy="4937760"/>
          </a:xfrm>
          <a:prstGeom prst="ellipse">
            <a:avLst/>
          </a:prstGeom>
          <a:solidFill>
            <a:srgbClr val="1B2438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16203A"/>
          </a:solidFill>
          <a:ln w="12700">
            <a:solidFill>
              <a:srgbClr val="162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WTC 2025  ·  FIAP  ·  ANÁLISE E DESENVOLVIMENTO DE SISTEMAS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WTC Chat App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comunicação CRM — app iOS nativo + backend Java robusto, integrados via APIs REST reais e mensageria em tempo real.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5120640" cy="502920"/>
          </a:xfrm>
          <a:prstGeom prst="rect">
            <a:avLst>
              <a:gd name="adj" fmla="val 9091"/>
            </a:avLst>
          </a:prstGeom>
          <a:solidFill>
            <a:srgbClr val="F296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</a:t>
            </a:r>
            <a:pPr algn="ctr" indent="0" marL="0">
              <a:buNone/>
            </a:pPr>
            <a:r>
              <a:rPr lang="en-US" sz="1500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Backend real · sem mocks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técnica completa — arquitetura · modelo de dados · endpoints · execução · testes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Cavalcanti Granja · RM 560650   |   Entrega: 19/05 · 23h00   |   2TDS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8778240" cy="100584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331720"/>
            <a:ext cx="100584" cy="1005840"/>
          </a:xfrm>
          <a:prstGeom prst="rect">
            <a:avLst/>
          </a:prstGeom>
          <a:solidFill>
            <a:srgbClr val="F2960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Arthur Cavalcanti Granja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2468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296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560650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8778240" cy="960120"/>
          </a:xfrm>
          <a:prstGeom prst="rect">
            <a:avLst/>
          </a:prstGeom>
          <a:solidFill>
            <a:srgbClr val="16203A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Desenvolvimento de Sistemas — 2TDS · FIAP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WTC 2025 · Sprint 2 — Backend + Integração · Equipe SOLO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Repositório: github.com/artcgranja/Challenge-WTC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&amp;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 Geral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148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257800" cy="566928"/>
          </a:xfrm>
          <a:prstGeom prst="rect">
            <a:avLst/>
          </a:prstGeom>
          <a:solidFill>
            <a:srgbClr val="4F8D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fragmentada entre empresa e clientes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personalização nas mensagens de marketing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sem interatividade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em segmentar o público-alvo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41148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828800"/>
            <a:ext cx="5257800" cy="566928"/>
          </a:xfrm>
          <a:prstGeom prst="rect">
            <a:avLst/>
          </a:prstGeom>
          <a:solidFill>
            <a:srgbClr val="F2960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2880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segmentadas 1:1 e por grupo/tag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pop-up in-app, histórico de chat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de ação e deeplinks interativos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no app (operador) + tempo real (WebSocket)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WTC Business Club São Paulo — operadores/marketing disparam promoções, campanhas, banners e eventos diretamente para clientes ou segmentos.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do Backend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743200" cy="2926080"/>
          </a:xfrm>
          <a:prstGeom prst="rect">
            <a:avLst/>
          </a:prstGeom>
          <a:solidFill>
            <a:srgbClr val="1B2438"/>
          </a:solidFill>
          <a:ln w="25400">
            <a:solidFill>
              <a:srgbClr val="4F8DF7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· MVVM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· iOS 15+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deps externas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2240280"/>
            <a:ext cx="3520440" cy="2926080"/>
          </a:xfrm>
          <a:prstGeom prst="rect">
            <a:avLst/>
          </a:prstGeom>
          <a:solidFill>
            <a:srgbClr val="1B2438"/>
          </a:solidFill>
          <a:ln w="25400">
            <a:solidFill>
              <a:srgbClr val="F2960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377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 3.3  ·  Java 17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2880360"/>
            <a:ext cx="3154680" cy="658368"/>
          </a:xfrm>
          <a:prstGeom prst="rect">
            <a:avLst/>
          </a:prstGeom>
          <a:solidFill>
            <a:srgbClr val="1B2B45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288036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Services · Repositories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3639312"/>
            <a:ext cx="3154680" cy="658368"/>
          </a:xfrm>
          <a:prstGeom prst="rect">
            <a:avLst/>
          </a:prstGeom>
          <a:solidFill>
            <a:srgbClr val="1628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3639312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— JWT · BCrypt · Roles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4398264"/>
            <a:ext cx="3154680" cy="658368"/>
          </a:xfrm>
          <a:prstGeom prst="rect">
            <a:avLst/>
          </a:prstGeom>
          <a:solidFill>
            <a:srgbClr val="241B33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4398264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AOP — auditoria automática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89720" y="2240280"/>
            <a:ext cx="2377440" cy="2926080"/>
          </a:xfrm>
          <a:prstGeom prst="rect">
            <a:avLst/>
          </a:prstGeom>
          <a:solidFill>
            <a:srgbClr val="1B2438"/>
          </a:solidFill>
          <a:ln w="2540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897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8972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collections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9900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8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REST/JSON · JWT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01568" y="3337560"/>
            <a:ext cx="1106424" cy="0"/>
          </a:xfrm>
          <a:prstGeom prst="line">
            <a:avLst/>
          </a:prstGeom>
          <a:noFill/>
          <a:ln w="31750">
            <a:solidFill>
              <a:srgbClr val="4F8DF7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291840" y="3886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/ WebSocket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01568" y="4206240"/>
            <a:ext cx="1106424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dash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65008" y="3703320"/>
            <a:ext cx="1106424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Camadas: Controller (REST) → Service (regra de negócio) → Repository (Spring Data) → MongoDB. Em paralelo: cria Notification + broadcast WebSocket; AuditAspect (AOP) registra toda escrita.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— 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Fluxo de Envio de uma Mensagem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72800" cy="71323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83664"/>
            <a:ext cx="420624" cy="420624"/>
          </a:xfrm>
          <a:prstGeom prst="ellipse">
            <a:avLst/>
          </a:prstGeom>
          <a:solidFill>
            <a:srgbClr val="F2960C"/>
          </a:solidFill>
          <a:ln w="12700">
            <a:solidFill>
              <a:srgbClr val="F29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922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Operador autentica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60520" y="17922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→ recebe JWT (access 24h). Header Authorization: Bearer &lt;token&gt; em todas as chamadas seguintes.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972800" cy="71323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60904"/>
            <a:ext cx="420624" cy="420624"/>
          </a:xfrm>
          <a:prstGeom prst="ellipse">
            <a:avLst/>
          </a:prstGeom>
          <a:solidFill>
            <a:srgbClr val="4F8DF7"/>
          </a:solidFill>
          <a:ln w="12700">
            <a:solidFill>
              <a:srgbClr val="4F8D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5694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Envia a mensagem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256946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/api/messages com type CHAT (1:1, recipient_id) ou CAMPAIGN (segment_tags[]). JwtAuthFilter valida o token e injeta o senderId.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10972800" cy="71323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38144"/>
            <a:ext cx="420624" cy="42062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3467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 no MongoDB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334670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MessageService grava o documento na collection messages com status SENT e createdAt.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10972800" cy="71323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15384"/>
            <a:ext cx="420624" cy="420624"/>
          </a:xfrm>
          <a:prstGeom prst="ellipse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12394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 destinatários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0520" y="412394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Notification por destinatário (1:1 = recipient; segmento = todos os users cujas tags batem).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10972800" cy="71323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992624"/>
            <a:ext cx="420624" cy="420624"/>
          </a:xfrm>
          <a:prstGeom prst="ellipse">
            <a:avLst/>
          </a:prstGeom>
          <a:solidFill>
            <a:srgbClr val="4F8DF7"/>
          </a:solidFill>
          <a:ln w="12700">
            <a:solidFill>
              <a:srgbClr val="4F8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92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9011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 em tempo real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60520" y="490118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WebSocketService publica em /topic/messages/{userId} via STOMP — app recebe sem polling.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623560"/>
            <a:ext cx="10972800" cy="71323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769864"/>
            <a:ext cx="420624" cy="420624"/>
          </a:xfrm>
          <a:prstGeom prst="ellipse">
            <a:avLst/>
          </a:prstGeom>
          <a:solidFill>
            <a:srgbClr val="F2960C"/>
          </a:solidFill>
          <a:ln w="12700">
            <a:solidFill>
              <a:srgbClr val="F296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69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5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0" y="56784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automática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60520" y="5678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AuditAspect (@AfterReturning) grava em audit_logs: userId, action, resource, resourceId, ipAddress, timestamp.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&amp; Segurança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00" cy="67665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31720" y="1920240"/>
            <a:ext cx="0" cy="493776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828800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5.9 · SwiftUI · Combine · MVVM · iOS 15+ · sem dependências externas (URLSession + STOMP manual)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972800" cy="67665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78608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31720" y="2670048"/>
            <a:ext cx="0" cy="493776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578608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Spring Boot 3.3 · Spring Security · Spring Data MongoDB · Spring WebSocket · Spring AOP · Lombok · JJWT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10972800" cy="67665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28416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31720" y="3419856"/>
            <a:ext cx="0" cy="493776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328416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6.0+ — NoSQL orientado a documentos, 7 collections, IDs UUID string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10972800" cy="67665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7822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31720" y="4169664"/>
            <a:ext cx="0" cy="493776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4078224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(access 24h / refresh 7d) · BCrypt · roles OPERATOR / CLIENT no claim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28032"/>
            <a:ext cx="10972800" cy="67665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2803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Realtime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31720" y="4919472"/>
            <a:ext cx="0" cy="493776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4828032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STOMP — /topic/messages/{userId} · /topic/notifications/{userId}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972800" cy="67665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577840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Governança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331720" y="5669280"/>
            <a:ext cx="0" cy="493776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5577840"/>
            <a:ext cx="8869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automática via AOP (@AfterReturning) em toda operação de escrita (POST/PUT/DELETE)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NOSQL — MONGODB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Dados — 7 Collections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82296" cy="5669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6916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operadores + clientes — auth, perfil, role, tags[], status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7280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31720"/>
            <a:ext cx="82296" cy="566928"/>
          </a:xfrm>
          <a:prstGeom prst="rect">
            <a:avLst/>
          </a:prstGeom>
          <a:solidFill>
            <a:srgbClr val="4F8DF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23317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 CRM — userId, tags[], score 0-100, status, notes[], segmentIds[]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1097280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71800"/>
            <a:ext cx="82296" cy="566928"/>
          </a:xfrm>
          <a:prstGeom prst="rect">
            <a:avLst/>
          </a:prstGeom>
          <a:solidFill>
            <a:srgbClr val="C792E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71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29718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description, tags[], createdBy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1097280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11880"/>
            <a:ext cx="82296" cy="566928"/>
          </a:xfrm>
          <a:prstGeom prst="rect">
            <a:avLst/>
          </a:prstGeom>
          <a:solidFill>
            <a:srgbClr val="F2960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118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6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361188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type, senderId, recipientId, segmentTags[], content{}, status, readAt, starred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1097280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251960"/>
            <a:ext cx="82296" cy="566928"/>
          </a:xfrm>
          <a:prstGeom prst="rect">
            <a:avLst/>
          </a:prstGeom>
          <a:solidFill>
            <a:srgbClr val="4F8DF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campaigns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42519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segmentId, content{}, deeplink, status, sentBy, messageCount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1097280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892040"/>
            <a:ext cx="82296" cy="566928"/>
          </a:xfrm>
          <a:prstGeom prst="rect">
            <a:avLst/>
          </a:prstGeom>
          <a:solidFill>
            <a:srgbClr val="C792E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892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80360" y="48920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title, body, type, read, messageId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1097280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532120"/>
            <a:ext cx="82296" cy="5669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532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80360" y="55321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action, resource, resourceId, details, ipAddress, timestamp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por referência (sem joins): customers.userId → users.id   ·   campaigns.segmentId → segments.id   ·   notifications.messageId → messages.id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NOSQL — DOCUMENTOS REAIS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Documentos: users &amp;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11096"/>
            <a:ext cx="5486400" cy="298094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20824"/>
            <a:ext cx="515721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                // 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"joao@test.com",    // único*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"$2a$ (BCrypt)",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"fullName": "João Silva",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"phone": "(11) 99999-1111",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"avatarUrl": null,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"CLIENT",            // OPERATOR|CLIENT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"tags": ["vip", "ativo"],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"active",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"2026-05-19T...",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"updatedAt": "2026-05-19T..."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55080" y="1600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911096"/>
            <a:ext cx="5212080" cy="298094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2020824"/>
            <a:ext cx="488289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"uuid (→ users.id)*",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"tags": ["vip", "ativo"],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85,                 // 0-100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"ACTIVE",          // ACTIVE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// INACTIVE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// PENDING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"notes":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"text": "Cliente VIP",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"createdBy": "uuid",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"createdAt": "..."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"segmentIds": ["uuid"],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"...", "updatedAt": "..."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campo indexado   ·   id = UUID string (compatível com tipo UUID do iOS)   ·   senhas em BCrypt, nunca retornadas pela API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NOSQL — DOCUMENTOS REAIS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Documentos: segments &amp; messages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11096"/>
            <a:ext cx="4572000" cy="330098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20824"/>
            <a:ext cx="4242816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"VIP",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"Clientes VIP do WTC",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"tags": ["vip"],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"createdBy": "uuid",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"...",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"updatedAt": "..."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40680" y="16002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messages  (content embute buttons[])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40680" y="1911096"/>
            <a:ext cx="6126480" cy="330098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05272" y="2020824"/>
            <a:ext cx="5797296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"CAMPAIGN",          // CHAT|CAMPAIGN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"senderId":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"recipientId": "uuid*",      // 1:1 (CHAT)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"segmentTags": ["vip"],      // broadcast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"Black Friday WTC 2026",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"body": "Condições exclusivas...",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"imageUrl": "https://.../img.jpg",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"buttons": [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"label": "Inscrever-se",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"action": "https://wtc.com/bf"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"SENT",   // SENT|DELIVERED|READ|FAILED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"readAt": null, "starred": false,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"..."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NOSQL — DOCUMENTOS REAIS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Documentos: campaigns · notifications · audit_logs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11096"/>
            <a:ext cx="3657600" cy="288950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20824"/>
            <a:ext cx="332841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"Black Friday",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"segmentId":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{ ... },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"deeplink":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"deeplink://promo",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"SENT",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// DRAFT|SENT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"sentAt": "...",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"sentBy":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"messageCount": 2,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"..."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4526280" y="1600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911096"/>
            <a:ext cx="3520440" cy="288950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020824"/>
            <a:ext cx="319125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"uuid*",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"Nova msg",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"...",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"MESSAGE",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MESSAGE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CAMPAIGN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SYSTEM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"read": false,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"messageId":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"..."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27532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audit_logs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75320" y="1911096"/>
            <a:ext cx="3291840" cy="288950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2020824"/>
            <a:ext cx="296265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"CREATE",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"resourceId":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"uuid",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"details": "...",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"ipAddress":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"127.0.0.1",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"..."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REGRA-CHAVE DE NEGÓCIO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Segmentação Server-Side (Inbox)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inbox de um cliente combina mensagens diretas (1:1) e campanhas cujas tags de segmento batem com as tags do usuário — uma única query MongoDB com $or, sem joins: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MessageRepository.findInbox(userId, userTags, sort)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34056"/>
            <a:ext cx="10972800" cy="119786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843784"/>
            <a:ext cx="106436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@Query("{ '$or': [ { 'recipientId': ?0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{ 'segmentTags': { '$in': ?1 } } ] }")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520440" cy="187452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4160520"/>
            <a:ext cx="3520440" cy="73152"/>
          </a:xfrm>
          <a:prstGeom prst="rect">
            <a:avLst/>
          </a:prstGeom>
          <a:solidFill>
            <a:srgbClr val="4F8DF7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Mensagem 1:1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47548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recipientId = userId → entra na inbox do destinatário direto.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1688" y="4160520"/>
            <a:ext cx="3520440" cy="187452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1688" y="4160520"/>
            <a:ext cx="3520440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Campanha por tag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2856" y="47548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segmentTags ∩ userTags ≠ ∅ → entra para todos os clientes do segmento.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83296" y="4160520"/>
            <a:ext cx="3520440" cy="187452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3296" y="4160520"/>
            <a:ext cx="3520440" cy="73152"/>
          </a:xfrm>
          <a:prstGeom prst="rect">
            <a:avLst/>
          </a:prstGeom>
          <a:solidFill>
            <a:srgbClr val="F2960C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Vantagem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47548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no servidor (sem RLS, sem lógica no app); GET /api/inbox/{id} ordenado por createdAt desc.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ESPECIFICAÇÃO DA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de Endpoints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589520"/>
                <a:gridCol w="16459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960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Grupo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960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Endpoints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960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Acesso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4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/register · /login · /refresh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GET/POST /customers · GET/PUT /{id} · /{id}/timeline · POST /{id}/notes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GET/POST /segments · GET/PUT/DELETE /{id}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/messages · GET /{id} · /inbox/{id} · /sent/{id} · PUT /{id}/read · /star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GET/POST /campaigns · POST /{id}/send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/notifications · PUT /{id}/read · /read-all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/audit-logs?resource&amp;userId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ws://host:8080/ws → /topic/messages/{id} · /topic/notifications/{id}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base: /api   ·   todas as rotas (exceto auth) exigem header  Authorization: Bearer &lt;jwt&gt;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ESPECIFICAÇÃO — ROTA · MÉTODO · PAYLOAD · RESPOSTA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 ·  público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0" cy="47548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86200" y="16459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4572000" cy="47548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1945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86200" y="21945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4572000" cy="47548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274320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/api/auth/refresh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86200" y="2743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exige email, password, fullName; role/tags/phone opcionais. login retorna 200; register 201; refresh troca refresh_token por novo par.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 POST /login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0680" y="1911096"/>
            <a:ext cx="3017520" cy="261518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05272" y="2020824"/>
            <a:ext cx="268833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"admin@wtc.com",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"admin123"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0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 200 OK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95360" y="1911096"/>
            <a:ext cx="2971800" cy="261518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9952" y="2020824"/>
            <a:ext cx="264261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"token": "eyJ...",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"refresh_token":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"eyJ...",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"user_id": "uuid",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"full_name": "...",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"OPERATOR",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"tags": [],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"active"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ESPECIFICAÇÃO — ROTA · MÉTODO · PAYLOAD · RESPOSTA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· Customers  ·  OPERATOR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937760" cy="40233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/api/customers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51960" y="16459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121408"/>
            <a:ext cx="4937760" cy="40233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2140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1214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/api/customers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1960" y="21214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596896"/>
            <a:ext cx="4937760" cy="40233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689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25968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/api/customers/{id}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5968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4937760" cy="40233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723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307238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/api/customers/{id}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51960" y="30723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547872"/>
            <a:ext cx="4937760" cy="40233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478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11680" y="35478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/{id}/timeline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35478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4937760" cy="402336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0233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11680" y="40233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/{id}/notes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5196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8920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aceita filtros: ?tag= ?status= ?minScore=. Lista retorna customer enriquecido com dados do user (full_name, email, phone). timeline = customer + mensagens + notas (perfil 360°).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06440" y="16002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 POST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911096"/>
            <a:ext cx="2788920" cy="288950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032" y="2020824"/>
            <a:ext cx="245973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["vip"],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85,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"ACTIVE"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/{id}/notes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"text":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"Ligar amanhã" 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3252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201/200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32520" y="1911096"/>
            <a:ext cx="2834640" cy="288950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97112" y="2020824"/>
            <a:ext cx="250545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"user_id":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"full_name":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"João Silva",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"tags": ["vip"],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85,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"ACTIVE",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"notes": [...],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"segment_ids":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ESPECIFICAÇÃO — ROTA · MÉTODO · PAYLOAD · RESPOSTA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Segments &amp; Campaigns  ·  OPERATOR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937760" cy="420624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GET/POST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/api/segments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51960" y="16459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139696"/>
            <a:ext cx="4937760" cy="420624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969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13969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/api/segments/{id}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1960" y="21396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33472"/>
            <a:ext cx="4937760" cy="420624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3347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70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PUT/DELETE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26334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/api/segments/{id}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6334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4937760" cy="420624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272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GET/POST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312724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51960" y="31272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621024"/>
            <a:ext cx="4937760" cy="420624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62102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11680" y="362102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/api/campaigns/{id}/send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36210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/campaigns cria DRAFT. POST /{id}/send dispara para o segmento: gera uma mensagem CAMPAIGN por destinatário, marca status SENT, sentAt e messageCount.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0644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campaign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06440" y="1911096"/>
            <a:ext cx="2926080" cy="279806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2020824"/>
            <a:ext cx="259689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"Black Friday",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"segmentId":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"body": "..."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"deeplink":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"deeplink://x"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69680" y="1600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201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1911096"/>
            <a:ext cx="2697480" cy="279806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34272" y="2020824"/>
            <a:ext cx="236829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"segmentId":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"DRAFT",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"sentBy":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"messageCount":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ESPECIFICAÇÃO — ROTA · MÉTODO · PAYLOAD · RESPOSTA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Messages  ·  autenticado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0" cy="4572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/api/messages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5468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176272"/>
            <a:ext cx="3840480" cy="4572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762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1762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/messages/{id}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54680" y="21762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706624"/>
            <a:ext cx="3840480" cy="4572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0662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27066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/inbox/{id}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54680" y="2706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236976"/>
            <a:ext cx="3840480" cy="4572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369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323697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/sent/{id}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54680" y="3236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767328"/>
            <a:ext cx="3840480" cy="4572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673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11680" y="37673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/{id}/read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54680" y="37673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3840480" cy="4572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97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11680" y="4297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/{id}/star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54680" y="4297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 POST /messages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911096"/>
            <a:ext cx="3657600" cy="302666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020824"/>
            <a:ext cx="332841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"CHAT",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"recipient_id":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"uuid-cliente",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"Olá!",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"body": "Mensagem...",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"image_url": "https://",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"buttons":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"label": "Ver",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"action":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"deeplink://profile"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4964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201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49640" y="1911096"/>
            <a:ext cx="3017520" cy="302666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4232" y="2020824"/>
            <a:ext cx="268833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"CHAT",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"sender_id":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"recipient_id":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{ ...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"SENT",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"starred":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"created_at": "..."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SENT→DELIVERED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→READ →FAILED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ESPECIFICAÇÃO — ROTA · MÉTODO · RESPOSTA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 &amp;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937760" cy="43891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51960" y="16459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157984"/>
            <a:ext cx="4937760" cy="43891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579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1579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/notifications/{id}/read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1960" y="21579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70048"/>
            <a:ext cx="4937760" cy="43891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7004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26700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/notifications/read-all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26700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182112"/>
            <a:ext cx="4937760" cy="438912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318211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/api/audit-logs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51960" y="31821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notifications: userId vem do JWT (não da URL). audit-logs aceita ?resource= e ?userId=. PUT read / read-all retornam 200 sem corpo.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06440" y="16002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  notifications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1911096"/>
            <a:ext cx="2788920" cy="288950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1032" y="2020824"/>
            <a:ext cx="245973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"Nova msg",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"MESSAGE",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"read":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"messageId":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"uuid"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3252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  audit-logs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32520" y="1911096"/>
            <a:ext cx="2834640" cy="288950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7112" y="2020824"/>
            <a:ext cx="250545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"CREATE",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"resourceId":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"uuid",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"ipAddress":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"127.0.0.1",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DIFERENCIAL — USABILIDADE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 Real · WebSocket / STOMP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10312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 &amp; Tópicos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ws://localhost:8080/ws  (STOMP)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/topic/messages/{userId}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/topic/notifications/{userId}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49240" cy="210312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uma msg é enviada via REST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Salva no MongoDB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Cria Notification por destinatário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Broadcast STOMP → app sem polling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927080" cy="1965960"/>
          </a:xfrm>
          <a:prstGeom prst="rect">
            <a:avLst/>
          </a:prstGeom>
          <a:solidFill>
            <a:srgbClr val="16203A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é um diferencial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6177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mensagem aparece instantaneamente no app — sem refresh, sem polling. O cliente iOS implementa um STOMP client manual sobre URLSessionWebSocketTask (zero dependências externas), atualizando badge e lista em tempo real.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GOVERNANÇA &amp; OBSERVABILIDADE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Auditoria Automática (Spring AOP)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AuditAspect intercepta toda operação de escrita com @AfterReturning — zero código manual nos controllers/services. Cada CREATE/UPDATE/DELETE vira um registro imutável em audit_logs.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AuditAspect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79776"/>
            <a:ext cx="5486400" cy="151790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889504"/>
            <a:ext cx="51572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@AfterReturning("POST|PUT|DELETE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 controllers")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grava AuditLog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2468880"/>
            <a:ext cx="521208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68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0" y="24688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executou (do JWT)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3090672"/>
            <a:ext cx="521208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09067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0" y="30906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UPDATE · DELETE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3712464"/>
            <a:ext cx="521208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7124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0" y="37124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· customers · ...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4334256"/>
            <a:ext cx="521208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3342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resourceId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43342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 documento afetado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4956048"/>
            <a:ext cx="521208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9560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ipAddress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0" y="495604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da requisição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5577840"/>
            <a:ext cx="5212080" cy="566928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5577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0" y="55778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data/hora (Instant)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Consulta: GET /api/audit-logs?resource=messages&amp;userId=&lt;uuid&gt;  (OPERATOR) — trilha completa para compliance.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CRIATIVIDADE &amp; INOVAÇÃO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32588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1325880"/>
          </a:xfrm>
          <a:prstGeom prst="rect">
            <a:avLst/>
          </a:prstGeom>
          <a:solidFill>
            <a:srgbClr val="4F8DF7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 real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35000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WebSocket/STOMP: nova mensagem aparece na hora, sem polling.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440680" cy="132588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783080"/>
            <a:ext cx="82296" cy="1325880"/>
          </a:xfrm>
          <a:prstGeom prst="rect">
            <a:avLst/>
          </a:prstGeom>
          <a:solidFill>
            <a:srgbClr val="C792EA"/>
          </a:solidFill>
          <a:ln/>
        </p:spPr>
      </p:sp>
      <p:sp>
        <p:nvSpPr>
          <p:cNvPr id="10" name="Text 8"/>
          <p:cNvSpPr/>
          <p:nvPr/>
        </p:nvSpPr>
        <p:spPr>
          <a:xfrm>
            <a:off x="6556248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92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Governança (AOP)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6248" y="235000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automática de toda escrita — zero código manual.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5440680" cy="132588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64408"/>
            <a:ext cx="82296" cy="1325880"/>
          </a:xfrm>
          <a:prstGeom prst="rect">
            <a:avLst/>
          </a:prstGeom>
          <a:solidFill>
            <a:srgbClr val="F2960C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Multi-role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383133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por papel: CLIENT (inbox) vs OPERATOR (CRM completo).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264408"/>
            <a:ext cx="5440680" cy="132588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264408"/>
            <a:ext cx="82296" cy="13258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Botões interativos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56248" y="383133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deeplink:// (interno), https:// (externo), copy: (clipboard).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45736"/>
            <a:ext cx="5440680" cy="132588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745736"/>
            <a:ext cx="82296" cy="1325880"/>
          </a:xfrm>
          <a:prstGeom prst="rect">
            <a:avLst/>
          </a:prstGeom>
          <a:solidFill>
            <a:srgbClr val="4F8DF7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928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de mensagem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531266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SENT → DELIVERED → READ → FAILED no documento.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745736"/>
            <a:ext cx="5440680" cy="132588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4745736"/>
            <a:ext cx="82296" cy="1325880"/>
          </a:xfrm>
          <a:prstGeom prst="rect">
            <a:avLst/>
          </a:prstGeom>
          <a:solidFill>
            <a:srgbClr val="F2960C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49286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deps no iOS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56248" y="531266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nativo sem libs; STOMP client implementado manualmente.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Rodar o Backend &amp; Popular o Banco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 a passo (macOS)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6126480" cy="330098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66544"/>
            <a:ext cx="5797296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Pré-requisitos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openjdk@17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mongodb-community xcodegen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services start mongodb-community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Subir o backend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JAVA_HOME=$(brew --prefix openjdk@17)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./mvnw spring-boot:run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http://localhost:8080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Seed automático (1ª execução)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DataLoader roda se o banco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estiver vazio. Para re-popular: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mongosh wtc_chatapp --eval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"db.dropDatabase()"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 reinicie o backend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49440" y="1645920"/>
            <a:ext cx="4617720" cy="361188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inicial (DataLoader)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78040" y="2331720"/>
            <a:ext cx="4251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usuários  (2 OPERATOR · 3 CLIENT)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customers (CRM, score 60–92)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segmentos (VIP · Ativos · Beta)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mensagens (1 CHAT · 5 CAMPAIGN)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campanhas (status SENT)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Idempotente: só roda se count() =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Rodar o App 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6126480" cy="220370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66544"/>
            <a:ext cx="57972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Pré-requisitos: macOS,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Xcode 15+, XcodeGen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Challenge-WTC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xcodegen generate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WTCChatApp.xcodeproj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Cmd+R → simulador iPhone 15+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 rodando em :8080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49440" y="1645920"/>
            <a:ext cx="4617720" cy="25146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78040" y="2331720"/>
            <a:ext cx="4251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em Utils/Constants.swift (localhost:8080)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snake_case ↔ CodingKeys do iOS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salvo após login; enviado em toda chamada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conecta após login → realtime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927080" cy="960120"/>
          </a:xfrm>
          <a:prstGeom prst="rect">
            <a:avLst/>
          </a:prstGeom>
          <a:solidFill>
            <a:srgbClr val="16203A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Entregável: app.zip + WTCChatApp.ipa (archive unsigned, CODE_SIGNING_ALLOWED=NO). Para rodar em device físico, abra no Xcode e assine com sua conta de desenvolvedor Apple.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Testar — Credenciais &amp; Cenários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126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960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Email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960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Senha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960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Tipo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960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Tags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admin@wtc.com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admin123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operador@wtc.com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oper123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joao@test.com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test123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vip, 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maria@test.com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test123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pedro@test.com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6F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test123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4A1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vip, beta, 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691640"/>
            <a:ext cx="4572000" cy="320040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Cenários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23760" y="2194560"/>
            <a:ext cx="4160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(joao): inbox VIP+ativo, ler/favoritar, notificações, perfil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(admin): CRM, filtros, notas, enviar 1:1/segmento, campanhas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Realtime: envie por admin → chega na hora no app do joao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rápido via curl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5340096"/>
            <a:ext cx="10927080" cy="969264"/>
          </a:xfrm>
          <a:prstGeom prst="rect">
            <a:avLst/>
          </a:prstGeom>
          <a:solidFill>
            <a:srgbClr val="121A2E"/>
          </a:solidFill>
          <a:ln w="12700">
            <a:solidFill>
              <a:srgbClr val="3341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5449824"/>
            <a:ext cx="10597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localhost:8080/api/auth/login -H 'Content-Type: application/json'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'{"email":"admin@wtc.com","password":"admin123"}'   # → copie o token e use em  Authorization: Bearer &lt;token&gt;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144000" y="6437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WTC Chat App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960C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16203A"/>
          </a:solidFill>
          <a:ln w="12700">
            <a:solidFill>
              <a:srgbClr val="162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ENTREGÁVEIS — SPRINT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 da Entrega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8229600" cy="96012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331720"/>
            <a:ext cx="82296" cy="9601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450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backend.zip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por camadas + README de execução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8229600" cy="96012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429000"/>
            <a:ext cx="82296" cy="960120"/>
          </a:xfrm>
          <a:prstGeom prst="rect">
            <a:avLst/>
          </a:prstGeom>
          <a:solidFill>
            <a:srgbClr val="4F8D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5478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app.zip + WTCChatApp.ipa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iOS integrado ao backend (APIs REST reais)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526280"/>
            <a:ext cx="8229600" cy="960120"/>
          </a:xfrm>
          <a:prstGeom prst="rect">
            <a:avLst/>
          </a:prstGeom>
          <a:solidFill>
            <a:srgbClr val="1B2438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526280"/>
            <a:ext cx="82296" cy="960120"/>
          </a:xfrm>
          <a:prstGeom prst="rect">
            <a:avLst/>
          </a:prstGeom>
          <a:solidFill>
            <a:srgbClr val="F2960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645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Apresentação .pdf / .pptx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nomes/RM · arquitetura · endpoints · modelo NoSQL · execução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Cavalcanti Granja · RM 560650   |   github.com/artcgranja/Challenge-WTC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WTC Chat App — Challenge WTC 2025 (Sprint 2)</dc:title>
  <dc:subject>PptxGenJS Presentation</dc:subject>
  <dc:creator>Arthur Cavalcanti Granja</dc:creator>
  <cp:lastModifiedBy>Arthur Cavalcanti Granja</cp:lastModifiedBy>
  <cp:revision>1</cp:revision>
  <dcterms:created xsi:type="dcterms:W3CDTF">2026-05-19T20:12:39Z</dcterms:created>
  <dcterms:modified xsi:type="dcterms:W3CDTF">2026-05-19T20:12:39Z</dcterms:modified>
</cp:coreProperties>
</file>